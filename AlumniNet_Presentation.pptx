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AlumniNet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Alumni &amp; Student Management System</a:t>
            </a:r>
          </a:p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comprehensive web-based platform connecting students, alumni, and administrators with:</a:t>
            </a:r>
          </a:p>
          <a:p>
            <a:r>
              <a:t>• Real-time notifications</a:t>
            </a:r>
          </a:p>
          <a:p>
            <a:r>
              <a:t>• Job and Internship portals</a:t>
            </a:r>
          </a:p>
          <a:p>
            <a:r>
              <a:t>• Event tracking &amp; RSVPs</a:t>
            </a:r>
          </a:p>
          <a:p>
            <a:r>
              <a:t>• Mentorship programs</a:t>
            </a:r>
          </a:p>
          <a:p>
            <a:r>
              <a:t>• Powerful Administrative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&amp; Alumni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 for Users:</a:t>
            </a:r>
          </a:p>
          <a:p>
            <a:pPr lvl="1"/>
            <a:r>
              <a:t>• Profile &amp; Badging: Custom profile banners and badges.</a:t>
            </a:r>
          </a:p>
          <a:p>
            <a:pPr lvl="1"/>
            <a:r>
              <a:t>• Job &amp; Internship Portal: Active job postings with tracking.</a:t>
            </a:r>
          </a:p>
          <a:p>
            <a:pPr lvl="1"/>
            <a:r>
              <a:t>• Mentorship Program: Connect with alumni mentors for guidance.</a:t>
            </a:r>
          </a:p>
          <a:p>
            <a:pPr lvl="1"/>
            <a:r>
              <a:t>• Real-time Notification Hub: Alerts for jobs, messages, and events.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&amp; Control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 for Administrators:</a:t>
            </a:r>
          </a:p>
          <a:p>
            <a:pPr lvl="1"/>
            <a:r>
              <a:t>• Dedicated Admin Notification Center.</a:t>
            </a:r>
          </a:p>
          <a:p>
            <a:pPr lvl="1"/>
            <a:r>
              <a:t>• User Approvals &amp; Full Audit Logs for tracking system changes.</a:t>
            </a:r>
          </a:p>
          <a:p>
            <a:pPr lvl="1"/>
            <a:r>
              <a:t>• Announcement Analytics to track engagement.</a:t>
            </a:r>
          </a:p>
          <a:p>
            <a:pPr lvl="1"/>
            <a:r>
              <a:t>• Enterprise Controls for system-wide configuration.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Architecture and Security:</a:t>
            </a:r>
          </a:p>
          <a:p>
            <a:pPr lvl="1"/>
            <a:r>
              <a:t>• Real-time OTP delivery &amp; Two-Factor Authentication (2FA).</a:t>
            </a:r>
          </a:p>
          <a:p>
            <a:pPr lvl="1"/>
            <a:r>
              <a:t>• Role-based Access Control (Admin, Alumni, Student).</a:t>
            </a:r>
          </a:p>
          <a:p>
            <a:pPr lvl="1"/>
            <a:r>
              <a:t>• Built with modern web tech: PHP, MySQL, JavaScript, HTML5/CSS3.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