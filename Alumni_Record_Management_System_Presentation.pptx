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9728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 &amp; SRS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Record Management 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(ARMS) — Modern Institutional Networking Platform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069848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02336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Course: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Mini-Project (Computer Science &amp; Engineering)
</a:t>
            </a:r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Version: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(Production Ready)  |  </a:t>
            </a:r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 2026
</a:t>
            </a:r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Team Group 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RECORD MANAGEMENT SYSTEM (ARMS)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&amp;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The Legacy 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Paperwork &amp; Spreadsheets: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thousands of graduating students using static files leads to missing data.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Lost Alumni Connections: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communication bridge between current students and experienced alumni.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Placement Auditing: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generating metrics for NBA/NAAC institutional accreditations.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&amp; Privacy Risks: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Unprotected contact sheets vulnerable to data leaks.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12064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The ARMS Solution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Centralized Web Portal: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onboarding with admin verification flow.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Peer Directory: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search by batch, branch, employer company, or location.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Mentorship &amp; Messaging: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1-on-1 chat, job board, and mentorship requests.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Analytics &amp; Reports: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PDF/CSV export for college placement auditing.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RECORD MANAGEMENT SYSTEM (ARMS)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Objectives &amp; Project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12064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Profile &amp; Portfolio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alumni to manage professional profiles, CGPA, work history, projects, and skills.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5120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463040"/>
            <a:ext cx="512064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Peer Search Engine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1945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Multi-parameter filter to discover alumni by graduation year, department, company, and location.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5120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840480"/>
            <a:ext cx="51206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Jobs &amp; Mentorship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5720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job/internship postings by alumni and structured mentorship connection requests.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840480"/>
            <a:ext cx="5120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840480"/>
            <a:ext cx="512064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Admin Governance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45720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workflow for new accounts, security audit logs, event broadcasting, and statistics.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RECORD MANAGEMENT SYSTEM (ARMS)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 &amp; Permissions Matrix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Class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Role &amp; Focus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Privileges &amp; Permissions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Administrator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 access, global site management, audit compliance.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Approve / Reject pending registrations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Broadcast campus events &amp; announcements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Generate placement stats &amp; audit logs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Enterprise database control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Alumni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Graduated former students maintaining professional records.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Update employment, location &amp; portfolio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Search peer directory &amp; send messages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Post job &amp; internship openings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Accept mentorship requests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Enrolled Students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students seeking guidance &amp; career opportunities.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Create student profile &amp; showcase skills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Search alumni profiles for networking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Apply to posted jobs/internships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Request 1-on-1 mentorship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RECORD MANAGEMENT SYSTEM (ARMS)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645920"/>
            <a:ext cx="237744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66160" y="16459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| Vanilla CSS | JavaScript | Responsive UI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Renders modern glassmorphic web dashboards, interactive forms, responsive search tables, and client-side form validations.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106984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200400"/>
            <a:ext cx="237744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LOGIC TIER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3200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8.2 Engine | Session Auth | Security Middleware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business logic, manages 2FA / OTP verification, processes dynamic SQL queries, handles password hashing, and routes API calls.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572000"/>
            <a:ext cx="106984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4754880"/>
            <a:ext cx="237744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754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STORAGE TIER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4754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 RDBMS | 3NF Normalized Layout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5212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Persists core application data: Users, Alumni Profiles, Events, Jobs, Mentorship, Messages, and System Audit Logs.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RECORD MANAGEMENT SYSTEM (ARMS)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Diagrams (DFD Level 0 &amp; Level 1)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DFD Level 0 — Context Diagram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Entities: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Alumni: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registration info &amp; profile updates -&gt; Receives directory results &amp; event notices.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search queries &amp; mentorship requests -&gt; Receives matching profile cards &amp; job listings.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 Admin: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approval decisions &amp; event updates -&gt; Receives audit logs &amp; statistical reports.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12064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DFD Level 1 — Process Decomposition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Sub-Processes: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Authentication: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credentials &amp; 2FA OTP against D1: Users table.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Profile Management: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personal &amp; career fields in D2: Alumni Info table.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 Search Engine: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indexed columns in D2: Alumni Info.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 Event &amp; Job Portal: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Reads/Writes D3: Events &amp; D4: Jobs tables.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RECORD MANAGEMENT SYSTEM (ARMS)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 &amp; Entity Relationships (3NF)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(Primary Table)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&amp; Constraints: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user_id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password_hash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created_at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1206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ALUMNI_PROFILE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1945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&amp; Constraints: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profile_id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FK user_id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batch_year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department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company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cgpa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51206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&amp; JOBS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572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&amp; Constraints: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event_id/job_id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FK created_by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description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company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event_date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840480"/>
            <a:ext cx="51206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 &amp; MESSAGES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4572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&amp; Constraints: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msg_id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FK sender_id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FK receiver_id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message_text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timestamp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RECORD MANAGEMENT SYSTEM (ARMS)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2FA &amp; Authentication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Password Cryptography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user passwords are encrypted using strong bcrypt/Argon2 hashing before storing in MySQL. Plaintext passwords are never saved.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5120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463040"/>
            <a:ext cx="51206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📲 Two-Factor Auth (OTP)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21945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OTP verification via email/SMS for secondary user validation during login and password reset flows.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5120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840480"/>
            <a:ext cx="512064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Admin Approval Gate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4572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alumni signups remain in 'Pending Approval' state until institutional admins verify student ID credentials.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840480"/>
            <a:ext cx="5120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840480"/>
            <a:ext cx="512064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Audit Logging &amp; Sanitization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4572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string sanitization protects against SQL Injection &amp; XSS. System actions recorded in security audit logs.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RECORD MANAGEMENT SYSTEM (ARMS)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Directory &amp; Smart Search Engine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37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Multi-Parameter Search Engine (FR-3)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194560"/>
            <a:ext cx="98755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Filters &amp; Criteria: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Graduation Batch Year: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alumni by exact graduating class (e.g. 2020, 2022, 2024).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Department / Branch: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Computer Science, IT, Electronics, Mechanical, Civil.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Employer Organization: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alumni working at Google, TCS, Infosys, Microsoft, Amazon.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Geographic Location: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city or country (e.g. Bangalore, Pune, New York, London).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Technical Skills: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alumni with specific skills (PHP, Python, React, AWS, Data Science).
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Actions: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complete professional profile, download resume, send direct message, or request mentorship connection.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RECORD MANAGEMENT SYSTEM (ARMS)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Portfolios, Job Board &amp; Mentorship Bridge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3832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Dynamic Portfolios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2834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Showcases CGPA, technical skills, completed projects, certifications, work history, and social links (GitHub/LinkedIn).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3832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737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Jobs &amp; Internships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2377440"/>
            <a:ext cx="2834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post exclusive job openings and internship referrals. Students submit applications directly through the portal.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1463040"/>
            <a:ext cx="33832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737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Mentorship Program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0" y="2377440"/>
            <a:ext cx="2834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request 1-on-1 career guidance from alumni in their target industry. Alumni manage connection requests.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RECORD MANAGEMENT SYSTEM (ARMS)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Communication &amp; Campus Events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Direct &amp; Group Messaging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1-on-1 Chat: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private messaging between students and alumni.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Group Channels: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Departmental and batch-wise discussion threads.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Unread Indicators &amp; Notifications: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alerts for incoming messages and connection updates.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12064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Event Broadcasting Bulletin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Campus Reunions &amp; Industry Talks: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Admins and alumni post upcoming event details.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RSVP &amp; Event Timeline: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register for events and view schedule updates.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Announcement Analytics: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views and engagement metrics across posted events.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RECORD MANAGEMENT SYSTEM (ARMS)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Governance &amp; Institutional Reports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37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Comprehensive Admin Dashboard &amp; Analytics Engine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194560"/>
            <a:ext cx="98755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Administrative Capabilities: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Account Approval Queue: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incoming registration requests against master student database.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Enterprise Management: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user roles, update profiles, and manage system parameters.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System Audit Logs: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security events, login attempts, and data modifications.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Institutional Report Generator (FR-5):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formatted placement distributions, employer company stats, and location demographics.
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Export Formats: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export to PDF, CSV, and Excel for accreditation documentation.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RECORD MANAGEMENT SYSTEM (ARMS)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Requirements &amp; Deployment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 Category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Specification &amp; Metrics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Requirements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queries process in &lt; 2 seconds under 50 concurrent users. 99% target uptime during operational hours.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Requirements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bcrypt password hashing, server-side string sanitization (protecting against XSS &amp; SQLi), session timeout protection.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 Minimum Specs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Dual-Core 2.0 GHz CPU | 4 GB RAM | 20 GB SSD Storage Space | Standard Network Connection.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Recommended Deployment Stack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Quad-Core CPU | 8/16 GB RAM | 50 GB NVMe SSD | XAMPP / Ubuntu Server 22.04 LTS | MySQL 8.0+.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RECORD MANAGEMENT SYSTEM (ARMS)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Verification &amp; Quality Assurance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347472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Parameters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Result / 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Creation &amp; Approval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 student ID, formatted email &amp; password.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Passed: Account created with status 'Pending Approval'.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Parameter Injection Test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 OR '1'='1 injected into login form.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Passed: Access denied; input sanitized gracefully.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2FA / OTP Verification Flow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 6-digit OTP vs Expired OTP code.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Passed: Validates correct OTP; blocks expired codes.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Multi-Parameter Search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Dept='CSE', Company='Google', Batch='2022'.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Passed: Returns exact matching profiles in &lt; 1s.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 &amp; 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 &amp; Project 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Future Roadmap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LinkedIn Sync: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LinkedIn OAuth API to auto-fetch current employment &amp; profile updates.
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Payment Gateway Module: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Stripe / PayPal portals for alumni donations and alumni association dues.
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Career Matching: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recommendations connecting students with mentors based on skill compatibility.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Conclusion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Complete Modernization: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ARMS transitions college administrative networking from manual spreadsheet storage to a secure, modern web directory.
</a:t>
            </a:r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Scalable &amp; Secure: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Separates capabilities across distinct user roles, enforces 2FA/bcrypt security, and satisfies NBA/NAAC institutional audit criteria.
</a:t>
            </a:r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Ready: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deployed and tested on PHP 8.2 + MySQL XAMPP environment.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15</Slides>
	<Notes>15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15</vt:i4></vt:variant>
		</vt:vector>
	</HeadingPairs>
	<TitlesOfParts>
		<vt:vector size="18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<vt:lpstr>Slide 14</vt:lpstr><vt:lpstr>Slide 15</vt:lpstr>
		</vt:vector>
	</TitlesOfParts>
	<Company>Computer Science & Engineering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Alumni Record Management System (ARMS)</dc:title>
  <dc:subject>Software Requirements Specification &amp; System Presentation</dc:subject>
  <dc:creator>Project Team Group B</dc:creator>
  <cp:lastModifiedBy>Project Team Group B</cp:lastModifiedBy>
  <cp:revision>1</cp:revision>
  <dcterms:created xsi:type="dcterms:W3CDTF">2026-07-27T08:43:42Z</dcterms:created>
  <dcterms:modified xsi:type="dcterms:W3CDTF">2026-07-27T08:43:42Z</dcterms:modified>
</cp:coreProperties>
</file>